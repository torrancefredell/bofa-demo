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this TO the Security Engineer, by name, before they have to raise it. Getting ahead of the security question is the single biggest trust move in the room.</a:t>
            </a:r>
          </a:p>
          <a:p/>
          <a:p>
            <a:r>
              <a:t>Architecture talk track: "Two components. The 'brain' — the intelligence — is a stateless service in Cognition's cloud, same architectural pattern as GitHub Copilot. The 'Devbox' — where code actually gets checked out, built, and tested — is a secure, isolated virtual environment. Every session runs on its own isolated machine; customer data is segregated by default and encrypted in transit and at rest."</a:t>
            </a:r>
          </a:p>
          <a:p/>
          <a:p>
            <a:r>
              <a:t>Deployment talk track (the part that matters for BofA): "Two deployment models. Enterprise Cloud — both pieces in Cognition's secure multi-tenant cloud, running in minutes. For a bank like you, the more likely fit is Customer Dedicated: Cognition hosts Devin in a single-tenant VPC isolated just for you, connected to your network over AWS PrivateLink or an IPSec tunnel. That's how Devin reaches privately networked resources — internal GitHub Enterprise, Artifactory — without anything being exposed publicly. MFA VPN access to internal resources is supported in that model."</a:t>
            </a:r>
          </a:p>
          <a:p/>
          <a:p>
            <a:r>
              <a:t>Controls: SSO via Okta, Microsoft Entra ID, or any SAML/OIDC IdP. And the control that matters most is the one they already have: Devin only ever proposes PRs — their review, CI, and release gates are unchanged.</a:t>
            </a:r>
          </a:p>
          <a:p/>
          <a:p>
            <a:r>
              <a:t>[ASK the Security Engineer] "What would your vendor-risk process need to see to get comfortable — architecture review, pen-test reports, a questionnaire? Let's make that the first next step." — this converts the toughest stakeholder into the owner of step 1.</a:t>
            </a:r>
          </a:p>
          <a:p/>
          <a:p>
            <a:r>
              <a:t>DERAIL-PREP:</a:t>
            </a:r>
          </a:p>
          <a:p>
            <a:r>
              <a:t>- "Does our code train your models?" — don't improvise; bring Cognition's current data-usage/retention answer in writing. [RESEARCH: get the exact current policy language from the security team before the meeting.]</a:t>
            </a:r>
          </a:p>
          <a:p>
            <a:r>
              <a:t>- "Can we run it fully on-prem / air-gapped?" — be honest: the brain runs in Cognition's cloud; the dedicated model gives tenant isolation + private networking, not on-prem. Offer the security deep-dive rather than overpromising.</a:t>
            </a:r>
          </a:p>
          <a:p>
            <a:r>
              <a:t>- "Can we use our own LLM keys?" — No: Devin is a compound AI system and doesn't take third-party LLM keys. Say it plainly; evasiveness here costs credibility.</a:t>
            </a:r>
          </a:p>
          <a:p/>
          <a:p>
            <a:r>
              <a:t>[RESEARCH BEFORE MEETING]</a:t>
            </a:r>
          </a:p>
          <a:p>
            <a:r>
              <a:t>- Cognition's current compliance posture (SOC 2 etc.), pen-test/report availability, and data-retention policy — have the documents ready to send same-day.</a:t>
            </a:r>
          </a:p>
          <a:p>
            <a:r>
              <a:t>- Whether BofA's SCM is internal GitHub Enterprise Server (likely) — that makes the PrivateLink/dedicated story the headline; rehearse it.</a:t>
            </a:r>
          </a:p>
          <a:p>
            <a:r>
              <a:t>- Docs to cite: https://docs.devin.ai (Enterprise Deployment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"Here's what I'd propose. First, we sit down together and pick three use cases — the natural starting points are work like what you just watched: framework upgrades, migrations, test-coverage debt — but you know your backlog; whatever you'd never staff greenfield engineers on is a candidate. Then a security and data review so your team is comfortable. Then we run a pilot on ONE of the three — a real repo, four weeks, measured against criteria you define. If it earns its keep, we scale to the other two. If it doesn't, you've spent almost nothing finding out."</a:t>
            </a:r>
          </a:p>
          <a:p/>
          <a:p>
            <a:r>
              <a:t>Why 3 use cases but 1 pilot: picking three gets them mentally invested in a roadmap (not a one-off experiment), while piloting one keeps the ask small enough to say yes to today.</a:t>
            </a:r>
          </a:p>
          <a:p/>
          <a:p>
            <a:r>
              <a:t>Assign ownership live: use-case shortlist → VP Eng (it's their backlog); security review → Security Engineer; pilot repo + success criteria → Chief Architect.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BEFORE YOU ASK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Devin &amp; security</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Isolated by design</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One isolated machine per session</a:t>
            </a:r>
          </a:p>
          <a:p>
            <a:pPr algn="l">
              <a:lnSpc>
                <a:spcPct val="105000"/>
              </a:lnSpc>
              <a:spcAft>
                <a:spcPts val="500"/>
              </a:spcAft>
            </a:pPr>
            <a:r>
              <a:rPr sz="1400" b="0" i="0">
                <a:solidFill>
                  <a:srgbClr val="1C2430"/>
                </a:solidFill>
                <a:latin typeface="Roboto"/>
              </a:rPr>
              <a:t>Encrypted in transit &amp; at rest</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Deploys your way</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Enterprise Cloud, or</a:t>
            </a:r>
          </a:p>
          <a:p>
            <a:pPr algn="l">
              <a:lnSpc>
                <a:spcPct val="105000"/>
              </a:lnSpc>
              <a:spcAft>
                <a:spcPts val="500"/>
              </a:spcAft>
            </a:pPr>
            <a:r>
              <a:rPr sz="1400" b="0" i="0">
                <a:solidFill>
                  <a:srgbClr val="1C2430"/>
                </a:solidFill>
                <a:latin typeface="Roboto"/>
              </a:rPr>
              <a:t>Single-tenant VPC via AWS PrivateLink</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controls</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SSO · Okta / Entra / SAML</a:t>
            </a:r>
          </a:p>
          <a:p>
            <a:pPr algn="l">
              <a:lnSpc>
                <a:spcPct val="105000"/>
              </a:lnSpc>
              <a:spcAft>
                <a:spcPts val="500"/>
              </a:spcAft>
            </a:pPr>
            <a:r>
              <a:rPr sz="1400" b="0" i="0">
                <a:solidFill>
                  <a:srgbClr val="1C2430"/>
                </a:solidFill>
                <a:latin typeface="Roboto"/>
              </a:rPr>
              <a:t>Nothing merges without your review</a:t>
            </a:r>
          </a:p>
        </p:txBody>
      </p:sp>
      <p:sp>
        <p:nvSpPr>
          <p:cNvPr id="19" name="Rounded Rectangle 18"/>
          <p:cNvSpPr/>
          <p:nvPr/>
        </p:nvSpPr>
        <p:spPr>
          <a:xfrm>
            <a:off x="502920" y="434340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Every command, file change, and test run — logged and replayable.</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11</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3 use cases together</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Start with work like today's demo — upgrades, migrations, test debt</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 · define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Run a pilot for you</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works one real use case;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 — then scale to the other two</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three use cases, one pilot,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