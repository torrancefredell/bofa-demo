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(AND WHY BOFA)"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Then pivot to why BofA (one breath, then move on): "And BofA is exactly where this matters most — you're one of the biggest engineering orgs on the planet, ~$13B a year in tech, already AI-forward with Erica. At your scale, a systematic, fully-logged way to do this work isn't a nice-to-have."</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(~$12–13B cited publicly; ~$3.5–4B on new initiatives) from their most recent earnings call.</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"Here's what I'd propose. First, we sit down together and pick three use cases — the natural starting points are work like what you just watched: framework upgrades, migrations, test-coverage debt — but you know your backlog; whatever you'd never staff greenfield engineers on is a candidate. Then a security and data review so your team is comfortable. Then we run a pilot on ONE of the three — a real repo, four weeks, measured against criteria you define. If it earns its keep, we scale to the other two. If it doesn't, you've spent almost nothing finding out."</a:t>
            </a:r>
          </a:p>
          <a:p/>
          <a:p>
            <a:r>
              <a:t>Why 3 use cases but 1 pilot: picking three gets them mentally invested in a roadmap (not a one-off experiment), while piloting one keeps the ask small enough to say yes to today.</a:t>
            </a:r>
          </a:p>
          <a:p/>
          <a:p>
            <a:r>
              <a:t>Assign ownership live: use-case shortlist → VP Eng (it's their backlog); security review → Security Engineer; pilot repo + success criteria → Chief Architect.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Every quarter spent on maintenance is a quarter not spent building.</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environment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Devin's PR + log model fits it natively</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The bigger the estate, the bigger the payoff from doing this systematically.</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3 use cases together</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Start with work like today's demo — upgrades, migrations, test debt</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 · define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Run a pilot for you</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works one real use case;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 — then scale to the other two</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three use cases, one pilot,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(~$12–13B total, ~$3.5–4B new initiatives) from most recent earnings call.</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